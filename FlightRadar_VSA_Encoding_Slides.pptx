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Autofit/>
          </a:bodyPr>
          <a:lstStyle/>
          <a:p>
            <a:r>
              <a:rPr sz="2800" dirty="0" err="1"/>
              <a:t>FlightRadar</a:t>
            </a:r>
            <a:r>
              <a:rPr sz="2800" dirty="0"/>
              <a:t> VSA Encoding –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3136"/>
            <a:ext cx="8229600" cy="5592724"/>
          </a:xfrm>
        </p:spPr>
        <p:txBody>
          <a:bodyPr>
            <a:normAutofit fontScale="77500" lnSpcReduction="20000"/>
          </a:bodyPr>
          <a:lstStyle/>
          <a:p>
            <a:r>
              <a:rPr sz="2800" dirty="0"/>
              <a:t>AIRCRAFT_VEC = bundle(</a:t>
            </a:r>
          </a:p>
          <a:p>
            <a:r>
              <a:rPr sz="2800" dirty="0"/>
              <a:t>  bind(ROLE_ID,  FIXED_BAG),</a:t>
            </a:r>
          </a:p>
          <a:p>
            <a:r>
              <a:rPr sz="2800" dirty="0"/>
              <a:t>  bind(ROLE_VAR, VAR_BAG)</a:t>
            </a:r>
          </a:p>
          <a:p>
            <a:r>
              <a:rPr sz="2800" dirty="0"/>
              <a:t>)</a:t>
            </a:r>
          </a:p>
          <a:p>
            <a:endParaRPr sz="2800" dirty="0"/>
          </a:p>
          <a:p>
            <a:r>
              <a:rPr sz="2800" dirty="0"/>
              <a:t>FIXED_BAG / VAR_BAG = bundle(</a:t>
            </a:r>
          </a:p>
          <a:p>
            <a:r>
              <a:rPr sz="2800" dirty="0"/>
              <a:t>  K(p) terms            (key present)</a:t>
            </a:r>
          </a:p>
          <a:p>
            <a:r>
              <a:rPr sz="2800" dirty="0"/>
              <a:t>  KV(</a:t>
            </a:r>
            <a:r>
              <a:rPr sz="2800" dirty="0" err="1"/>
              <a:t>p,v</a:t>
            </a:r>
            <a:r>
              <a:rPr sz="2800" dirty="0"/>
              <a:t>) terms         (late-bundled per character)</a:t>
            </a:r>
          </a:p>
          <a:p>
            <a:r>
              <a:rPr sz="2800" dirty="0"/>
              <a:t>  KNUM(</a:t>
            </a:r>
            <a:r>
              <a:rPr sz="2800" dirty="0" err="1"/>
              <a:t>p,n</a:t>
            </a:r>
            <a:r>
              <a:rPr sz="2800" dirty="0"/>
              <a:t>) terms       (</a:t>
            </a:r>
            <a:r>
              <a:rPr lang="en-US" sz="2800" dirty="0"/>
              <a:t>if present </a:t>
            </a:r>
            <a:r>
              <a:rPr sz="2800" dirty="0"/>
              <a:t>numeric hooks)</a:t>
            </a:r>
          </a:p>
          <a:p>
            <a:r>
              <a:rPr sz="2800" dirty="0"/>
              <a:t>  SUBTREE_PACKET(s)     (</a:t>
            </a:r>
            <a:r>
              <a:rPr sz="2800" dirty="0" err="1"/>
              <a:t>descendable</a:t>
            </a:r>
            <a:r>
              <a:rPr sz="2800" dirty="0"/>
              <a:t> subtree summaries)</a:t>
            </a:r>
          </a:p>
          <a:p>
            <a:r>
              <a:rPr sz="2800" dirty="0"/>
              <a:t>)</a:t>
            </a:r>
          </a:p>
          <a:p>
            <a:endParaRPr sz="2800" dirty="0"/>
          </a:p>
          <a:p>
            <a:r>
              <a:rPr sz="2800" dirty="0"/>
              <a:t>K(p)    = KEY_PRESENT * </a:t>
            </a:r>
            <a:r>
              <a:rPr sz="2800" dirty="0" err="1"/>
              <a:t>kn</a:t>
            </a:r>
            <a:r>
              <a:rPr sz="2800" dirty="0"/>
              <a:t>(p)</a:t>
            </a:r>
          </a:p>
          <a:p>
            <a:r>
              <a:rPr sz="2800" dirty="0"/>
              <a:t>KV(</a:t>
            </a:r>
            <a:r>
              <a:rPr sz="2800" dirty="0" err="1"/>
              <a:t>p,v</a:t>
            </a:r>
            <a:r>
              <a:rPr sz="2800" dirty="0"/>
              <a:t>) = </a:t>
            </a:r>
            <a:r>
              <a:rPr sz="2800" dirty="0" err="1"/>
              <a:t>bundle_i</a:t>
            </a:r>
            <a:r>
              <a:rPr sz="2800" dirty="0"/>
              <a:t>( (KEY_VALUE * </a:t>
            </a:r>
            <a:r>
              <a:rPr sz="2800" dirty="0" err="1"/>
              <a:t>kn</a:t>
            </a:r>
            <a:r>
              <a:rPr sz="2800" dirty="0"/>
              <a:t>(p)) * roll(</a:t>
            </a:r>
            <a:r>
              <a:rPr sz="2800" dirty="0" err="1"/>
              <a:t>sym</a:t>
            </a:r>
            <a:r>
              <a:rPr sz="2800" dirty="0"/>
              <a:t>[</a:t>
            </a:r>
            <a:r>
              <a:rPr sz="2800" dirty="0" err="1"/>
              <a:t>char_i</a:t>
            </a:r>
            <a:r>
              <a:rPr sz="2800" dirty="0"/>
              <a:t>], </a:t>
            </a:r>
            <a:r>
              <a:rPr sz="2800" dirty="0" err="1"/>
              <a:t>i</a:t>
            </a:r>
            <a:r>
              <a:rPr sz="2800" dirty="0"/>
              <a:t>) )</a:t>
            </a:r>
          </a:p>
          <a:p>
            <a:r>
              <a:rPr sz="2800" dirty="0"/>
              <a:t>KNUM    = (KEY_NUM * </a:t>
            </a:r>
            <a:r>
              <a:rPr sz="2800" dirty="0" err="1"/>
              <a:t>kn</a:t>
            </a:r>
            <a:r>
              <a:rPr sz="2800" dirty="0"/>
              <a:t>(p)) * </a:t>
            </a:r>
            <a:r>
              <a:rPr sz="2800" dirty="0" err="1"/>
              <a:t>numvec</a:t>
            </a:r>
            <a:r>
              <a:rPr sz="2800" dirty="0"/>
              <a:t>(n)</a:t>
            </a:r>
          </a:p>
          <a:p>
            <a:r>
              <a:rPr sz="2800" dirty="0"/>
              <a:t>SUBTREE_PACKET(s) = (SUBTREE_MARK * </a:t>
            </a:r>
            <a:r>
              <a:rPr sz="2800" dirty="0" err="1"/>
              <a:t>kn</a:t>
            </a:r>
            <a:r>
              <a:rPr sz="2800" dirty="0"/>
              <a:t>(s)) * SUBTREE_VEC(s)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712"/>
            <a:ext cx="8229600" cy="6273209"/>
          </a:xfrm>
        </p:spPr>
        <p:txBody>
          <a:bodyPr>
            <a:normAutofit fontScale="40000" lnSpcReduction="20000"/>
          </a:bodyPr>
          <a:lstStyle/>
          <a:p>
            <a:r>
              <a:rPr sz="2900" dirty="0"/>
              <a:t>AIRCRAFT_VEC</a:t>
            </a:r>
          </a:p>
          <a:p>
            <a:r>
              <a:rPr sz="2900" dirty="0"/>
              <a:t>└── bundle(</a:t>
            </a:r>
          </a:p>
          <a:p>
            <a:r>
              <a:rPr sz="2900" dirty="0"/>
              <a:t>    ├── bind(ROLE_ID,</a:t>
            </a:r>
          </a:p>
          <a:p>
            <a:r>
              <a:rPr sz="2900" dirty="0"/>
              <a:t>    │     FIXED_BAG = bundle(</a:t>
            </a:r>
          </a:p>
          <a:p>
            <a:r>
              <a:rPr sz="2900" dirty="0"/>
              <a:t>    │        ├── For each fixed leaf path p:</a:t>
            </a:r>
          </a:p>
          <a:p>
            <a:r>
              <a:rPr sz="2900" dirty="0"/>
              <a:t>    │        │     ├── K(p) = bind(KEY_PRESENT, </a:t>
            </a:r>
            <a:r>
              <a:rPr sz="2900" dirty="0" err="1"/>
              <a:t>kn</a:t>
            </a:r>
            <a:r>
              <a:rPr sz="2900" dirty="0"/>
              <a:t>(p))</a:t>
            </a:r>
          </a:p>
          <a:p>
            <a:r>
              <a:rPr sz="2900" dirty="0"/>
              <a:t>    │        │     ├── KV(</a:t>
            </a:r>
            <a:r>
              <a:rPr sz="2900" dirty="0" err="1"/>
              <a:t>p,v</a:t>
            </a:r>
            <a:r>
              <a:rPr sz="2900" dirty="0"/>
              <a:t>) = bundle over characters:</a:t>
            </a:r>
          </a:p>
          <a:p>
            <a:r>
              <a:rPr sz="2900" dirty="0"/>
              <a:t>    │        │     │      bind(bind(KEY_VALUE, </a:t>
            </a:r>
            <a:r>
              <a:rPr sz="2900" dirty="0" err="1"/>
              <a:t>kn</a:t>
            </a:r>
            <a:r>
              <a:rPr sz="2900" dirty="0"/>
              <a:t>(p)),</a:t>
            </a:r>
          </a:p>
          <a:p>
            <a:r>
              <a:rPr sz="2900" dirty="0"/>
              <a:t>    │        │     │           roll(</a:t>
            </a:r>
            <a:r>
              <a:rPr sz="2900" dirty="0" err="1"/>
              <a:t>sym</a:t>
            </a:r>
            <a:r>
              <a:rPr sz="2900" dirty="0"/>
              <a:t>[</a:t>
            </a:r>
            <a:r>
              <a:rPr sz="2900" dirty="0" err="1"/>
              <a:t>char_i</a:t>
            </a:r>
            <a:r>
              <a:rPr sz="2900" dirty="0"/>
              <a:t>], </a:t>
            </a:r>
            <a:r>
              <a:rPr sz="2900" dirty="0" err="1"/>
              <a:t>i</a:t>
            </a:r>
            <a:r>
              <a:rPr sz="2900" dirty="0"/>
              <a:t>))</a:t>
            </a:r>
          </a:p>
          <a:p>
            <a:r>
              <a:rPr sz="2900" dirty="0"/>
              <a:t>    │        │     └── KNUM(</a:t>
            </a:r>
            <a:r>
              <a:rPr sz="2900" dirty="0" err="1"/>
              <a:t>p,n</a:t>
            </a:r>
            <a:r>
              <a:rPr sz="2900" dirty="0"/>
              <a:t>) optional numeric hook</a:t>
            </a:r>
          </a:p>
          <a:p>
            <a:r>
              <a:rPr sz="2900" dirty="0"/>
              <a:t>    │        │</a:t>
            </a:r>
          </a:p>
          <a:p>
            <a:r>
              <a:rPr sz="2900" dirty="0"/>
              <a:t>    │        ├── For each fixed subtree s:</a:t>
            </a:r>
          </a:p>
          <a:p>
            <a:r>
              <a:rPr sz="2900" dirty="0"/>
              <a:t>    │        │     SUBTREE_PACKET(s) =</a:t>
            </a:r>
          </a:p>
          <a:p>
            <a:r>
              <a:rPr sz="2900" dirty="0"/>
              <a:t>    │        │         bind(bind(SUBTREE_MARK, </a:t>
            </a:r>
            <a:r>
              <a:rPr sz="2900" dirty="0" err="1"/>
              <a:t>kn</a:t>
            </a:r>
            <a:r>
              <a:rPr sz="2900" dirty="0"/>
              <a:t>(s)), SUBTREE_VEC(s))</a:t>
            </a:r>
          </a:p>
          <a:p>
            <a:r>
              <a:rPr sz="2900" dirty="0"/>
              <a:t>    │        │</a:t>
            </a:r>
          </a:p>
          <a:p>
            <a:r>
              <a:rPr sz="2900" dirty="0"/>
              <a:t>    │        └── SUBTREE_VEC(s) =</a:t>
            </a:r>
          </a:p>
          <a:p>
            <a:r>
              <a:rPr sz="2900" dirty="0"/>
              <a:t>    │              bundle(same leaf-terms restricted to subtree)</a:t>
            </a:r>
          </a:p>
          <a:p>
            <a:r>
              <a:rPr sz="2900" dirty="0"/>
              <a:t>    │     )</a:t>
            </a:r>
          </a:p>
          <a:p>
            <a:r>
              <a:rPr sz="2900" dirty="0"/>
              <a:t>    │ )</a:t>
            </a:r>
          </a:p>
          <a:p>
            <a:r>
              <a:rPr sz="2900" dirty="0"/>
              <a:t>    │</a:t>
            </a:r>
          </a:p>
          <a:p>
            <a:r>
              <a:rPr sz="2900" dirty="0"/>
              <a:t>    └── bind(ROLE_VAR,</a:t>
            </a:r>
          </a:p>
          <a:p>
            <a:r>
              <a:rPr sz="2900" dirty="0"/>
              <a:t>          VAR_BAG = bundle(</a:t>
            </a:r>
          </a:p>
          <a:p>
            <a:r>
              <a:rPr sz="2900" dirty="0"/>
              <a:t>             ├── Same structure for variable leaves</a:t>
            </a:r>
          </a:p>
          <a:p>
            <a:r>
              <a:rPr sz="2900" dirty="0"/>
              <a:t>             ├── Subtree packets for variable prefixes</a:t>
            </a:r>
          </a:p>
          <a:p>
            <a:r>
              <a:rPr sz="2900" dirty="0"/>
              <a:t>             └── Special case: trail[] subtree</a:t>
            </a:r>
          </a:p>
          <a:p>
            <a:r>
              <a:rPr sz="2900" dirty="0"/>
              <a:t>                    ├── TRAIL_BAG = bundle of ITEM packets</a:t>
            </a:r>
          </a:p>
          <a:p>
            <a:r>
              <a:rPr sz="2900" dirty="0"/>
              <a:t>                    └── ITEM_PACKET(j) =</a:t>
            </a:r>
          </a:p>
          <a:p>
            <a:r>
              <a:rPr sz="2900" dirty="0"/>
              <a:t>                          bind(bind(TRAIL_ITEM_MARK, ITEM_ROLE(j)),</a:t>
            </a:r>
          </a:p>
          <a:p>
            <a:r>
              <a:rPr sz="2900" dirty="0"/>
              <a:t>                               ITEM_BAG(j))</a:t>
            </a:r>
          </a:p>
          <a:p>
            <a:r>
              <a:rPr sz="2900" dirty="0"/>
              <a:t>          )</a:t>
            </a:r>
          </a:p>
          <a:p>
            <a:r>
              <a:rPr sz="2900" dirty="0"/>
              <a:t>)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444</Words>
  <Application>Microsoft Macintosh PowerPoint</Application>
  <PresentationFormat>On-screen Show (4:3)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FlightRadar VSA Encoding – 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Simpkin</cp:lastModifiedBy>
  <cp:revision>2</cp:revision>
  <dcterms:created xsi:type="dcterms:W3CDTF">2013-01-27T09:14:16Z</dcterms:created>
  <dcterms:modified xsi:type="dcterms:W3CDTF">2026-02-26T13:52:20Z</dcterms:modified>
  <cp:category/>
</cp:coreProperties>
</file>